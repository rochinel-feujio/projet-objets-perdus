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32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07A3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007A3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FINDICI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et restitution de documents administratifs perdus ou retrouvés au Cameroun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251960"/>
            <a:ext cx="50292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4251960"/>
            <a:ext cx="502920" cy="10972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— état actuel du projet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1234440" cy="1234440"/>
          </a:xfrm>
          <a:prstGeom prst="ellipse">
            <a:avLst/>
          </a:prstGeom>
          <a:solidFill>
            <a:srgbClr val="CE1126"/>
          </a:solidFill>
          <a:ln/>
        </p:spPr>
      </p:sp>
      <p:pic>
        <p:nvPicPr>
          <p:cNvPr id="4" name="Image 0" descr="icons/problem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2754173"/>
            <a:ext cx="938174" cy="9381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2377440"/>
            <a:ext cx="9235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2200"/>
              </a:spcAft>
              <a:buNone/>
            </a:pPr>
            <a:r>
              <a:rPr lang="en-US" sz="1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Perdre une carte d'identité, un passeport ou un diplôme est fréquent — et retrouver la personne concernée l'est beaucoup moins.</a:t>
            </a:r>
            <a:endParaRPr lang="en-US" sz="1900" dirty="0"/>
          </a:p>
          <a:p>
            <a:pPr indent="0" marL="0">
              <a:lnSpc>
                <a:spcPct val="120000"/>
              </a:lnSpc>
              <a:spcAft>
                <a:spcPts val="2200"/>
              </a:spcAft>
              <a:buNone/>
            </a:pPr>
            <a:r>
              <a:rPr lang="en-US" sz="1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aujourd'hui de plateforme centralisée pour signaler un document perdu, ou faire savoir qu'on en a retrouvé un.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des documents retrouvés qui ne reviennent jamais à leur propriétaire, faute de moyen simple de les rapprocher.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FINDICI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468880"/>
            <a:ext cx="1234440" cy="123444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4" name="Image 0" descr="icons/solu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2617013"/>
            <a:ext cx="938174" cy="9381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214884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Findici : une application web qui connecte les documents perdus et retrouvés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320040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envoie une simple photo ou un PDF du document trouvé.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lit et identifie automatiquement le document.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qu'une déclaration de perte correspond, les deux parties sont mises en relation.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FINDICI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principales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737360"/>
            <a:ext cx="731520" cy="73152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5" name="Image 0" descr="icons/compt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1825142"/>
            <a:ext cx="555955" cy="55595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09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utilisateurs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compte, connexion, un compte par email.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10" name="Image 1" descr="icons/camer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462" y="1825142"/>
            <a:ext cx="555955" cy="55595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1709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un document trouvé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du type et des champs à partir d'une photo/PDF.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343400"/>
            <a:ext cx="731520" cy="73152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15" name="Image 2" descr="icons/recherch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02" y="4431182"/>
            <a:ext cx="555955" cy="55595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un document perdu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5166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automatique avec les documents déjà retrouvés.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63640" y="402336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0" y="4343400"/>
            <a:ext cx="731520" cy="73152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20" name="Image 3" descr="icons/emai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4431182"/>
            <a:ext cx="555955" cy="55595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9808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583680" y="5166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envoyé à chaque compte créé ou document déclaré/retrouvé.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FINDICI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fonctionne la détection automatique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7432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icons/upload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907792"/>
            <a:ext cx="1042416" cy="10424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004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PDF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132381" y="3127248"/>
            <a:ext cx="764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017520" y="27432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icons/pipelin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907792"/>
            <a:ext cx="1042416" cy="10424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9748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image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09821" y="3127248"/>
            <a:ext cx="764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5394960" y="27432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2907792"/>
            <a:ext cx="1042416" cy="10424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7492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(OCR)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87261" y="3127248"/>
            <a:ext cx="764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0"/>
          <p:cNvSpPr/>
          <p:nvPr/>
        </p:nvSpPr>
        <p:spPr>
          <a:xfrm>
            <a:off x="7772400" y="27432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icons/cni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2907792"/>
            <a:ext cx="1042416" cy="10424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45236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document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9264701" y="3127248"/>
            <a:ext cx="764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3"/>
          <p:cNvSpPr/>
          <p:nvPr/>
        </p:nvSpPr>
        <p:spPr>
          <a:xfrm>
            <a:off x="10149840" y="2743200"/>
            <a:ext cx="1371600" cy="1371600"/>
          </a:xfrm>
          <a:prstGeom prst="ellipse">
            <a:avLst/>
          </a:prstGeom>
          <a:solidFill>
            <a:srgbClr val="CE1126"/>
          </a:solidFill>
          <a:ln/>
        </p:spPr>
      </p:sp>
      <p:pic>
        <p:nvPicPr>
          <p:cNvPr id="20" name="Image 4" descr="icons/robo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2907792"/>
            <a:ext cx="1042416" cy="10424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82980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complément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l'IA de vision (Mistral) est sollicitée quand la lecture locale n'est pas assez fiable — jamais systématiquement.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FINDICI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types de documents reconnus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1874520"/>
            <a:ext cx="914400" cy="91440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5" name="Image 0" descr="icons/cn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828" y="19842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9260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Nationale d'Identité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89120" y="160020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/>
        </p:spPr>
      </p:sp>
      <p:sp>
        <p:nvSpPr>
          <p:cNvPr id="8" name="Shape 5"/>
          <p:cNvSpPr/>
          <p:nvPr/>
        </p:nvSpPr>
        <p:spPr>
          <a:xfrm>
            <a:off x="5692140" y="1874520"/>
            <a:ext cx="914400" cy="91440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9" name="Image 1" descr="icons/recepis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868" y="1984248"/>
            <a:ext cx="694944" cy="6949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26280" y="29260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Récépissé de CNI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38160" y="160020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/>
        </p:spPr>
      </p:sp>
      <p:sp>
        <p:nvSpPr>
          <p:cNvPr id="12" name="Shape 8"/>
          <p:cNvSpPr/>
          <p:nvPr/>
        </p:nvSpPr>
        <p:spPr>
          <a:xfrm>
            <a:off x="9441180" y="1874520"/>
            <a:ext cx="914400" cy="91440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13" name="Image 2" descr="icons/passepo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908" y="1984248"/>
            <a:ext cx="694944" cy="6949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75320" y="29260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Passeport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416052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/>
        </p:spPr>
      </p:sp>
      <p:sp>
        <p:nvSpPr>
          <p:cNvPr id="16" name="Shape 11"/>
          <p:cNvSpPr/>
          <p:nvPr/>
        </p:nvSpPr>
        <p:spPr>
          <a:xfrm>
            <a:off x="1943100" y="4434840"/>
            <a:ext cx="914400" cy="91440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17" name="Image 3" descr="icons/ac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828" y="4544568"/>
            <a:ext cx="694944" cy="6949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54864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de naissance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389120" y="416052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/>
        </p:spPr>
      </p:sp>
      <p:sp>
        <p:nvSpPr>
          <p:cNvPr id="20" name="Shape 14"/>
          <p:cNvSpPr/>
          <p:nvPr/>
        </p:nvSpPr>
        <p:spPr>
          <a:xfrm>
            <a:off x="5692140" y="4434840"/>
            <a:ext cx="914400" cy="91440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21" name="Image 4" descr="icons/diplom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868" y="4544568"/>
            <a:ext cx="694944" cy="6949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26280" y="54864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8138160" y="416052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/>
        </p:spPr>
      </p:sp>
      <p:sp>
        <p:nvSpPr>
          <p:cNvPr id="24" name="Shape 17"/>
          <p:cNvSpPr/>
          <p:nvPr/>
        </p:nvSpPr>
        <p:spPr>
          <a:xfrm>
            <a:off x="9441180" y="4434840"/>
            <a:ext cx="914400" cy="91440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25" name="Image 5" descr="icons/permi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0908" y="4544568"/>
            <a:ext cx="694944" cy="6949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275320" y="54864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 de conduire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FINDICI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 fiables, disponibles partout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4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202" y="1933042"/>
            <a:ext cx="660197" cy="66019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65960" y="181051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en ligne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965960" y="224028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Connectée à PostgreSQL (Supabase) : les données restent disponibles même en cas de redémarrage.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868680" cy="86868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8" name="Image 1" descr="icons/bel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2" y="3350362"/>
            <a:ext cx="660197" cy="66019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65960" y="32278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965960" y="365760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envoyés à chaque étape clé ; vérifications automatiques sur les documents lus.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4663440"/>
            <a:ext cx="868680" cy="868680"/>
          </a:xfrm>
          <a:prstGeom prst="ellipse">
            <a:avLst/>
          </a:prstGeom>
          <a:solidFill>
            <a:srgbClr val="007A33"/>
          </a:solidFill>
          <a:ln/>
        </p:spPr>
      </p:sp>
      <p:pic>
        <p:nvPicPr>
          <p:cNvPr id="12" name="Image 2" descr="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2" y="4767682"/>
            <a:ext cx="660197" cy="66019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965960" y="46451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965960" y="507492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un navigateur, installable comme app (PWA), et via un APK Android.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FINDICI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5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7A33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058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en est-on 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0312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fonctionnelle et en ligne, avec 58 tests automatisés.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opérationnelle sur 6 types de documents.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persistante + notifications email actives.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modèle d'IA entraîné spécifiquement sur des documents camerounais.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94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objets-perdus-cameroun.streamlit.app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2026-09-06T09:48:03Z</dcterms:created>
  <dcterms:modified xsi:type="dcterms:W3CDTF">2026-09-06T09:48:03Z</dcterms:modified>
</cp:coreProperties>
</file>